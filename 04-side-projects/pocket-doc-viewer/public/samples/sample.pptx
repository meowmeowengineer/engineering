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포켓 문서 뷰어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휴대폰에서 여는 무료 문서 뷰어</a:t>
            </a:r>
          </a:p>
          <a:p>
            <a:r>
              <a:t>Word · Excel · PowerPoint · PDF · 한글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지원 형식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PDF: pdf.js로 페이지 렌더링</a:t>
            </a:r>
          </a:p>
          <a:p>
            <a:r>
              <a:t>Word(.docx): docx-preview</a:t>
            </a:r>
          </a:p>
          <a:p>
            <a:r>
              <a:t>Excel(.xlsx, .xls, .csv): SheetJS</a:t>
            </a:r>
          </a:p>
          <a:p>
            <a:r>
              <a:t>PowerPoint(.pptx): 직접 만든 렌더러</a:t>
            </a:r>
          </a:p>
          <a:p>
            <a:r>
              <a:t>한글(.hwp, .hwpx): hwp.js + 직접 만든 HWPX 렌더러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도형과 그림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828800" cy="1097280"/>
          </a:xfrm>
          <a:prstGeom prst="roundRect">
            <a:avLst/>
          </a:prstGeom>
          <a:solidFill>
            <a:srgbClr val="2F6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열기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2011680"/>
            <a:ext cx="1828800" cy="1097280"/>
          </a:xfrm>
          <a:prstGeom prst="roundRect">
            <a:avLst/>
          </a:prstGeom>
          <a:solidFill>
            <a:srgbClr val="E88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보기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2011680"/>
            <a:ext cx="1828800" cy="1097280"/>
          </a:xfrm>
          <a:prstGeom prst="roundRect">
            <a:avLst/>
          </a:prstGeom>
          <a:solidFill>
            <a:srgbClr val="3AA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확대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4206240" cy="22783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84048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도형 채우기, 글자 색, 그림 위치를 슬라이드 좌표 그대로 그립니다.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85800">
                <a:tc>
                  <a:txBody>
                    <a:bodyPr/>
                    <a:lstStyle/>
                    <a:p>
                      <a:r>
                        <a:t>지역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4분기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서울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부산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